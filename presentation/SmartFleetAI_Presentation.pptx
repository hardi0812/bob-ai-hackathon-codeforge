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SmartFleet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Supply Chain Disruption Assistant &amp; Fleet Utilisation Optimizer</a:t>
            </a:r>
          </a:p>
          <a:p>
            <a:r>
              <a:t>IBM BoB AI Innovation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Supply-chain disruptions can cause delivery delays.</a:t>
            </a:r>
          </a:p>
          <a:p>
            <a:pPr>
              <a:defRPr sz="2200"/>
            </a:pPr>
            <a:r>
              <a:t>Vehicle breakdowns and route problems require fast decisions.</a:t>
            </a:r>
          </a:p>
          <a:p>
            <a:pPr>
              <a:defRPr sz="2200"/>
            </a:pPr>
            <a:r>
              <a:t>Some vehicles can remain underutilised while urgent deliveries wait.</a:t>
            </a:r>
          </a:p>
          <a:p>
            <a:pPr>
              <a:defRPr sz="2200"/>
            </a:pPr>
            <a:r>
              <a:t>Manual fleet allocation can be slow and difficult to monitor.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SmartFleet AI is a logistics decision-support prototype.</a:t>
            </a:r>
          </a:p>
          <a:p>
            <a:pPr>
              <a:defRPr sz="2200"/>
            </a:pPr>
            <a:r>
              <a:t>Monitors fleet utilisation and vehicle availability.</a:t>
            </a:r>
          </a:p>
          <a:p>
            <a:pPr>
              <a:defRPr sz="2200"/>
            </a:pPr>
            <a:r>
              <a:t>Identifies deliveries on disrupted routes.</a:t>
            </a:r>
          </a:p>
          <a:p>
            <a:pPr>
              <a:defRPr sz="2200"/>
            </a:pPr>
            <a:r>
              <a:t>Recommends suitable vehicle reassignment.</a:t>
            </a:r>
          </a:p>
          <a:p>
            <a:pPr>
              <a:defRPr sz="2200"/>
            </a:pPr>
            <a:r>
              <a:t>Provides a natural-language AI assistant for logistics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Fleet Data + Delivery Data + Disruption Data</a:t>
            </a:r>
          </a:p>
          <a:p>
            <a:pPr>
              <a:defRPr sz="2200"/>
            </a:pPr>
            <a:r>
              <a:t>↓ Analyse utilisation, capacity and disruption context</a:t>
            </a:r>
          </a:p>
          <a:p>
            <a:pPr>
              <a:defRPr sz="2200"/>
            </a:pPr>
            <a:r>
              <a:t>↓ Identify affected deliveries</a:t>
            </a:r>
          </a:p>
          <a:p>
            <a:pPr>
              <a:defRPr sz="2200"/>
            </a:pPr>
            <a:r>
              <a:t>↓ Find suitable available vehicles</a:t>
            </a:r>
          </a:p>
          <a:p>
            <a:pPr>
              <a:defRPr sz="2200"/>
            </a:pPr>
            <a:r>
              <a:t>↓ Generate an explainable recommendation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Vehicle utilisation analysis</a:t>
            </a:r>
          </a:p>
          <a:p>
            <a:pPr>
              <a:defRPr sz="2200"/>
            </a:pPr>
            <a:r>
              <a:t>Disruption impact analysis</a:t>
            </a:r>
          </a:p>
          <a:p>
            <a:pPr>
              <a:defRPr sz="2200"/>
            </a:pPr>
            <a:r>
              <a:t>Vehicle reassignment recommendation</a:t>
            </a:r>
          </a:p>
          <a:p>
            <a:pPr>
              <a:defRPr sz="2200"/>
            </a:pPr>
            <a:r>
              <a:t>Explainable recommendation reasons</a:t>
            </a:r>
          </a:p>
          <a:p>
            <a:pPr>
              <a:defRPr sz="2200"/>
            </a:pPr>
            <a:r>
              <a:t>Natural-language logistics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— Dashboard</a:t>
            </a:r>
          </a:p>
        </p:txBody>
      </p:sp>
      <p:pic>
        <p:nvPicPr>
          <p:cNvPr id="3" name="Picture 2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5449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Ahmedabad-Surat route has a high-severity road disruption.</a:t>
            </a:r>
          </a:p>
          <a:p>
            <a:pPr>
              <a:defRPr sz="2200"/>
            </a:pPr>
            <a:r>
              <a:t>The system identifies deliveries that may be affected.</a:t>
            </a:r>
          </a:p>
          <a:p>
            <a:pPr>
              <a:defRPr sz="2200"/>
            </a:pPr>
            <a:r>
              <a:t>It checks available vehicles, remaining capacity and utilisation.</a:t>
            </a:r>
          </a:p>
          <a:p>
            <a:pPr>
              <a:defRPr sz="2200"/>
            </a:pPr>
            <a:r>
              <a:t>It recommends a suitable vehicle and explains the reason.</a:t>
            </a:r>
          </a:p>
          <a:p>
            <a:pPr>
              <a:defRPr sz="2200"/>
            </a:pPr>
            <a:r>
              <a:t>The manager can review the recommendation before taking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Faster disruption response</a:t>
            </a:r>
          </a:p>
          <a:p>
            <a:pPr>
              <a:defRPr sz="2200"/>
            </a:pPr>
            <a:r>
              <a:t>Better fleet visibility</a:t>
            </a:r>
          </a:p>
          <a:p>
            <a:pPr>
              <a:defRPr sz="2200"/>
            </a:pPr>
            <a:r>
              <a:t>Improved vehicle utilisation</a:t>
            </a:r>
          </a:p>
          <a:p>
            <a:pPr>
              <a:defRPr sz="2200"/>
            </a:pPr>
            <a:r>
              <a:t>Reduced manual analysis</a:t>
            </a:r>
          </a:p>
          <a:p>
            <a:pPr>
              <a:defRPr sz="2200"/>
            </a:pPr>
            <a:r>
              <a:t>Clear and explainable decision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Live GPS integration</a:t>
            </a:r>
          </a:p>
          <a:p>
            <a:pPr>
              <a:defRPr sz="2200"/>
            </a:pPr>
            <a:r>
              <a:t>Real-time traffic and weather data</a:t>
            </a:r>
          </a:p>
          <a:p>
            <a:pPr>
              <a:defRPr sz="2200"/>
            </a:pPr>
            <a:r>
              <a:t>Demand forecasting</a:t>
            </a:r>
          </a:p>
          <a:p>
            <a:pPr>
              <a:defRPr sz="2200"/>
            </a:pPr>
            <a:r>
              <a:t>Predictive maintenance</a:t>
            </a:r>
          </a:p>
          <a:p>
            <a:pPr>
              <a:defRPr sz="2200"/>
            </a:pPr>
            <a:r>
              <a:t>Advanced route and cost optimisation</a:t>
            </a:r>
          </a:p>
          <a:p>
            <a:pPr>
              <a:defRPr sz="2200"/>
            </a:pPr>
            <a:r>
              <a:t>Enterprise transport-system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SmartFleet AI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